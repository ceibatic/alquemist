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ALQUEMIST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Gestion de Produccion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Cannabis Regulado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389120"/>
            <a:ext cx="1828800" cy="914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www.alquemist.co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Trazabilidad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 de $50M - $500M COP por incumplimiento regulatorio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Perdidas por Plagas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tardia = $100M+ COP en cosechas perdidas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Manual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del tiempo en papeleo y seguimiento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Desconectados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inconsistentes, auditorias fallidas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Solucion: Alquemist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SaaS que digitaliza y automatiza toda tu operacion de cannabis en un solo lugar: desde la toma de clones hasta la cosecha, con trazabilidad completa para cumplimiento regulatorio.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7432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100% para cumplimiento ICA/FNE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7432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de plagas con IA - 3x mas rapido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automatico de 47+ actividades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Multi-instalacion - todas tus fincas en un lugar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Produccion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1828800"/>
          </a:xfrm>
          <a:prstGeom prst="roundRect">
            <a:avLst/>
          </a:prstGeom>
          <a:solidFill>
            <a:srgbClr val="1B5E20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'como' producir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24688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18288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031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 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'que' producir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03520" y="1828800"/>
            <a:ext cx="18288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031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'dia a dia'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24688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589520" y="1828800"/>
            <a:ext cx="18288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1031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COSECHA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semilla a la cosecha, con trazabilidad completa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 de Produccion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una vez, reutiliza siempre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Cannabis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Etapas del ciclo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Propagacion → Veg → Flor → Cosecha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programadas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Riego, Fertilizacion, Poda, IPM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QC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Tricomas, Plagas, 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Insumos por fase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Clonex, Fertilizante, Neem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scheduling: Dia especifico | Recurrente | Cada N dias | Dependiente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Ordenes de Produccion y Lotes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43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82880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43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143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82880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143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82880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143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sobre Lotes: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Mover: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de area (Veg → Flor)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Registrar perdida: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26974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plantas eliminadas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Dividir: 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1089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en 2+ lotes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Combinar: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35204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lotes compatibles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Cosechar: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39319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peso y calidad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completa: cada operacion queda registrada con fecha, usuario y notas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y Control de Calidad con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Actividades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 08:00  Revision ambiental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 09:00  Riego + Fertilizacion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 10:30  Toma de clones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 14:00  IPM Preventivo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de Plagas con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Tomas foto de las plantas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IA analiza la imagen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Identifica: Arana roja (87%)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 alerta + tratamiento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4114800" cy="548640"/>
          </a:xfrm>
          <a:prstGeom prst="roundRect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3832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3x mas rapida que inspeccion manual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Uso: White Widow - 119 Dias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1-14d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Clones, hormona, raices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64592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630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15-42d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Trasplante, nutricion, poda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201168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Floracion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43-105d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12/12, defoliacion, tricomas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28016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46304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Cosecha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106-119d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Corte, secado, curado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20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50 plantas → 22.5 kg cosecha | Calidad A | Trazabilidad 100%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Regulatorio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para ICA / FNE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Alquemist lo cumple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 de material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planta madre, proveedor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Historial de lote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movimiento, actividad, perdida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Aplicaciones IPM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Producto, cantidad, fecha, responsable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Condiciones ambientales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diarios con timestamp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Cosecha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Peso, calidad, fecha, destino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Exportacion de datos en Excel/PDF para auditorias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y Precios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Fincas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Precio/mes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Adopter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$359,000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$179,500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Ilimitado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Ilimitado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$3,999,000+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$1,999,500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0" y="3657600"/>
            <a:ext cx="5486400" cy="731520"/>
          </a:xfrm>
          <a:prstGeom prst="roundRect">
            <a:avLst/>
          </a:prstGeom>
          <a:solidFill>
            <a:srgbClr val="FFC107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37947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ADOPTER: 50% OFF por 6 meses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23774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personalizada - 30 minutos con tu equipo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gratuita - 30 dias sin compromiso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Implementacion - 4 semanas de firma a produccion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828800" cy="914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info@ceibatic.com  |  www.alquemist.co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Ceibatic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Alquemist - Cannabis Regulado</dc:title>
  <dc:subject>Propuesta de Valor</dc:subject>
  <dc:creator>Ceibatic</dc:creator>
  <cp:lastModifiedBy>Ceibatic</cp:lastModifiedBy>
  <cp:revision>1</cp:revision>
  <dcterms:created xsi:type="dcterms:W3CDTF">2025-12-09T14:10:28Z</dcterms:created>
  <dcterms:modified xsi:type="dcterms:W3CDTF">2025-12-09T14:10:28Z</dcterms:modified>
</cp:coreProperties>
</file>